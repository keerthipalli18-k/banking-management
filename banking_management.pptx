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02920"/>
            <a:ext cx="640080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Management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with Dynamic Memory Allocation in 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8640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 </a:t>
            </a:r>
            <a:pPr algn="l"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Keerthana  |  D. Sai Harshith Reddy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  •  C Programming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 record management is slow and error-prone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arrays waste memory or overflow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resizing — records can't grow without limit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insert or delete mid-list efficiently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15468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1234440"/>
            <a:ext cx="31546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187452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allocation via malloc()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 for flexible sizing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 program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2 of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691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retrieve &amp; update customer records securely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73152" cy="1691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🏧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69280" y="1371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Backend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Handling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balances and transactions in real-time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73152" cy="1691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finance firms managing client portfolios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08960"/>
            <a:ext cx="73152" cy="1691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6928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Employee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and HR systems needing CRUD ops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This concept underpins real database systems and apps where data volume is unpredictable.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3 of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Singly Linked 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286000" cy="173736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00784"/>
            <a:ext cx="2103120" cy="2743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ACC: 1001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₹50,000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2286000" cy="34747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121408"/>
            <a:ext cx="73152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A500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1371600"/>
            <a:ext cx="2286000" cy="173736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1700784"/>
            <a:ext cx="2103120" cy="2743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ACC: 1002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075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₹30,000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154680"/>
            <a:ext cx="2286000" cy="34747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15000" y="2121408"/>
            <a:ext cx="73152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A500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1371600"/>
            <a:ext cx="2286000" cy="173736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700784"/>
            <a:ext cx="2103120" cy="2743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ACC: 1003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075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₹75,000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3154680"/>
            <a:ext cx="228600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= NULL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100584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57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371600" y="3803904"/>
            <a:ext cx="32004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3310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A500"/>
                </a:solidFill>
              </a:rPr>
              <a:t>▼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77840" y="1371600"/>
            <a:ext cx="3291840" cy="242316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1463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Linked List?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715000" y="18745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 — no fixed limit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insertion at head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deletion with pointer adjustment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freed with free() on delete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4 of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Account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Number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pointer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Pointer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Driver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07008"/>
            <a:ext cx="3200400" cy="43891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070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menu option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3200400" cy="43891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633472"/>
            <a:ext cx="320040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6334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traversed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3346704"/>
            <a:ext cx="3200400" cy="438912"/>
          </a:xfrm>
          <a:prstGeom prst="rect">
            <a:avLst/>
          </a:prstGeom>
          <a:solidFill>
            <a:srgbClr val="1A5C3D"/>
          </a:solidFill>
          <a:ln w="12700">
            <a:solidFill>
              <a:srgbClr val="1A5C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3467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modified/returned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785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4059936"/>
            <a:ext cx="3200400" cy="438912"/>
          </a:xfrm>
          <a:prstGeom prst="rect">
            <a:avLst/>
          </a:prstGeom>
          <a:solidFill>
            <a:srgbClr val="6B3D8A"/>
          </a:solidFill>
          <a:ln w="12700">
            <a:solidFill>
              <a:srgbClr val="6B3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0599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displayed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188720"/>
            <a:ext cx="228600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298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1719072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addAccount()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displayAll()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updateAccount()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deleteAccount()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searchAccount()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5 of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Algorithms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4114800" cy="384048"/>
          </a:xfrm>
          <a:prstGeom prst="rect">
            <a:avLst/>
          </a:prstGeom>
          <a:solidFill>
            <a:srgbClr val="1A8A3C"/>
          </a:solidFill>
          <a:ln w="12700">
            <a:solidFill>
              <a:srgbClr val="1A8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97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C — Create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malloc() allocates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account details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Insert at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 head pointer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70432"/>
            <a:ext cx="4114800" cy="38404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97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 — Read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2763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from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 to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Print each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Display formatted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90672"/>
            <a:ext cx="4114800" cy="38404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18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U — Update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4787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account no.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Match found → edit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Else → not found msg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9067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90672"/>
            <a:ext cx="4114800" cy="384048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18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 — Delete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4787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account no.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 with prev ptr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Adjust next pointers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free() releases memory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6 of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Concepts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Account {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accountNumber;
</a:t>
            </a:r>
            <a:pPr indent="0" marL="0">
              <a:buNone/>
            </a:pPr>
            <a:r>
              <a:rPr lang="en-US" sz="12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name[50];
</a:t>
            </a:r>
            <a:pPr indent="0" marL="0">
              <a:buNone/>
            </a:pPr>
            <a:r>
              <a:rPr lang="en-US" sz="12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balance;
</a:t>
            </a:r>
            <a:pPr indent="0" marL="0">
              <a:buNone/>
            </a:pPr>
            <a:r>
              <a:rPr lang="en-US" sz="1200" dirty="0">
                <a:solidFill>
                  <a:srgbClr val="0D6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Account </a:t>
            </a:r>
            <a:pPr indent="0" marL="0">
              <a:buNone/>
            </a:pPr>
            <a:r>
              <a:rPr lang="en-US" sz="12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*next;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a new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Account *newNode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(struct Account*)malloc(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sizeof(struct Account)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0" y="1691640"/>
            <a:ext cx="150876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72821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0939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node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691640"/>
            <a:ext cx="150876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72821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20939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linking &amp; traversal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651760"/>
            <a:ext cx="150876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6883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malloc()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30540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allocation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2651760"/>
            <a:ext cx="150876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6883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30540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deallocation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611880"/>
            <a:ext cx="150876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648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4014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3611880"/>
            <a:ext cx="150876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648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Logic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4014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Language: C  •  Compiler: GCC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7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&amp; Execution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48640" cy="5486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25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188720"/>
            <a:ext cx="57607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your code as  main.c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548640" cy="5486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1938528"/>
            <a:ext cx="57607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3852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 to the folder where main.c is stored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734056"/>
            <a:ext cx="548640" cy="5486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17520" y="2688336"/>
            <a:ext cx="57607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68833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main.c -o banking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83864"/>
            <a:ext cx="548640" cy="5486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83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(Linux/Mac)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17520" y="3438144"/>
            <a:ext cx="57607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43814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./banking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233672"/>
            <a:ext cx="548640" cy="5486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(Windows)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17520" y="4187952"/>
            <a:ext cx="57607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418795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banking.exe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💡 Tip: GCC is free and available on Linux, macOS (via Xcode CLT), and Windows (via MinGW or WSL).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8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Program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Terminal — Banking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BANKING MANAGEMENT SYSTEM ===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Account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Display All Accounts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Update Account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Delete Account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Search Account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Account Number: 1001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Name: Alice Kumar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Balance: 50000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Account added successfully!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Display All Accounts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572768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ALL ACCOUNTS ===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No : 1001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: Alice Kumar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   : Rs. 50000.00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No : 1002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: Bob Sharma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   : Rs. 30000.00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No : 1003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: Carol Reddy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   : Rs. 75000.00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Accounts: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9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2194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45920"/>
            <a:ext cx="73152" cy="2194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70848" y="1645920"/>
            <a:ext cx="73152" cy="2194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CRUD operations using dynamic memory allocation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singly linked list in C, forming the foundation of real-world database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931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size limits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3931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4983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on demand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3931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4983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393192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983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advanced DBs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Keerthana  |  D. Sai Harshith Reddy  •  Banking Management System in 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Slide 10 of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Management System</dc:title>
  <dc:subject>PptxGenJS Presentation</dc:subject>
  <dc:creator>P.Keerthana &amp; D.Sai Harshith Reddy</dc:creator>
  <cp:lastModifiedBy>P.Keerthana &amp; D.Sai Harshith Reddy</cp:lastModifiedBy>
  <cp:revision>1</cp:revision>
  <dcterms:created xsi:type="dcterms:W3CDTF">2026-04-05T15:32:25Z</dcterms:created>
  <dcterms:modified xsi:type="dcterms:W3CDTF">2026-04-05T15:32:25Z</dcterms:modified>
</cp:coreProperties>
</file>